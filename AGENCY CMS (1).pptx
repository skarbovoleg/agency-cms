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2F100-EF7F-4E49-BFDC-32F851E08C8C}" v="352" dt="2026-06-04T17:35:19.886"/>
    <p1510:client id="{B1D5BBB9-903A-42F5-BEAE-4C0F58B116A0}" v="1" dt="2026-06-05T04:55:29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421016-CE5A-4B15-9DF4-E8EEB6CC875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3444E3F-2A37-47AC-8220-1DD97939BC6B}">
      <dgm:prSet/>
      <dgm:spPr/>
      <dgm:t>
        <a:bodyPr/>
        <a:lstStyle/>
        <a:p>
          <a:r>
            <a:rPr lang="ru-RU"/>
            <a:t>✅ ВСЕ ТРЕБОВАНИЯ ВЫПОЛНЕНЫ</a:t>
          </a:r>
          <a:endParaRPr lang="en-US"/>
        </a:p>
      </dgm:t>
    </dgm:pt>
    <dgm:pt modelId="{B9746DDE-5E85-4DCF-848F-A9A3925147B3}" type="parTrans" cxnId="{C4464D7E-B47D-4018-BFBA-4C68D1D5F697}">
      <dgm:prSet/>
      <dgm:spPr/>
      <dgm:t>
        <a:bodyPr/>
        <a:lstStyle/>
        <a:p>
          <a:endParaRPr lang="en-US"/>
        </a:p>
      </dgm:t>
    </dgm:pt>
    <dgm:pt modelId="{B336B893-48F0-49C0-A372-BFF0F5F502AF}" type="sibTrans" cxnId="{C4464D7E-B47D-4018-BFBA-4C68D1D5F697}">
      <dgm:prSet/>
      <dgm:spPr/>
      <dgm:t>
        <a:bodyPr/>
        <a:lstStyle/>
        <a:p>
          <a:endParaRPr lang="en-US"/>
        </a:p>
      </dgm:t>
    </dgm:pt>
    <dgm:pt modelId="{AC8B7DEF-E669-4EBF-BC8C-BC24CC724688}">
      <dgm:prSet/>
      <dgm:spPr/>
      <dgm:t>
        <a:bodyPr/>
        <a:lstStyle/>
        <a:p>
          <a:r>
            <a:rPr lang="ru-RU"/>
            <a:t>✅ Карточки "Команда" (аватар, ФИО, должность, описание)</a:t>
          </a:r>
          <a:endParaRPr lang="en-US"/>
        </a:p>
      </dgm:t>
    </dgm:pt>
    <dgm:pt modelId="{AEE4A5AA-A8FA-4712-B9B9-7CAAB0ED0537}" type="parTrans" cxnId="{D8D25964-8FFE-4AB2-A597-71AC25A70245}">
      <dgm:prSet/>
      <dgm:spPr/>
      <dgm:t>
        <a:bodyPr/>
        <a:lstStyle/>
        <a:p>
          <a:endParaRPr lang="en-US"/>
        </a:p>
      </dgm:t>
    </dgm:pt>
    <dgm:pt modelId="{30DC7C02-37C5-4854-9DD4-D38039B35BFB}" type="sibTrans" cxnId="{D8D25964-8FFE-4AB2-A597-71AC25A70245}">
      <dgm:prSet/>
      <dgm:spPr/>
      <dgm:t>
        <a:bodyPr/>
        <a:lstStyle/>
        <a:p>
          <a:endParaRPr lang="en-US"/>
        </a:p>
      </dgm:t>
    </dgm:pt>
    <dgm:pt modelId="{2998B157-024A-4C27-80D9-63539AE56E4A}">
      <dgm:prSet/>
      <dgm:spPr/>
      <dgm:t>
        <a:bodyPr/>
        <a:lstStyle/>
        <a:p>
          <a:r>
            <a:rPr lang="ru-RU"/>
            <a:t>✅ Цветовая тема (изменение ключевых цветов)</a:t>
          </a:r>
          <a:endParaRPr lang="en-US"/>
        </a:p>
      </dgm:t>
    </dgm:pt>
    <dgm:pt modelId="{1A032831-5D4A-4F17-ABDB-4590ADC364A3}" type="parTrans" cxnId="{A513D4E7-279B-4390-B37B-0A7ECBDF6CCF}">
      <dgm:prSet/>
      <dgm:spPr/>
      <dgm:t>
        <a:bodyPr/>
        <a:lstStyle/>
        <a:p>
          <a:endParaRPr lang="en-US"/>
        </a:p>
      </dgm:t>
    </dgm:pt>
    <dgm:pt modelId="{C8EEFE8E-6B5A-46E5-9A64-3EFB021FB4EA}" type="sibTrans" cxnId="{A513D4E7-279B-4390-B37B-0A7ECBDF6CCF}">
      <dgm:prSet/>
      <dgm:spPr/>
      <dgm:t>
        <a:bodyPr/>
        <a:lstStyle/>
        <a:p>
          <a:endParaRPr lang="en-US"/>
        </a:p>
      </dgm:t>
    </dgm:pt>
    <dgm:pt modelId="{84461170-06DB-4B16-B695-A4D5827AE7CC}">
      <dgm:prSet/>
      <dgm:spPr/>
      <dgm:t>
        <a:bodyPr/>
        <a:lstStyle/>
        <a:p>
          <a:r>
            <a:rPr lang="ru-RU"/>
            <a:t>✅ Внешние ссылки (a href и button)</a:t>
          </a:r>
          <a:endParaRPr lang="en-US"/>
        </a:p>
      </dgm:t>
    </dgm:pt>
    <dgm:pt modelId="{686379C6-F9C7-4DCE-B49A-008043AF70C3}" type="parTrans" cxnId="{F22E7E3C-6C99-481C-BC87-2D3CC0C664D0}">
      <dgm:prSet/>
      <dgm:spPr/>
      <dgm:t>
        <a:bodyPr/>
        <a:lstStyle/>
        <a:p>
          <a:endParaRPr lang="en-US"/>
        </a:p>
      </dgm:t>
    </dgm:pt>
    <dgm:pt modelId="{AE7C8C43-71AF-4AE5-B7BA-E9AAC8F80AB7}" type="sibTrans" cxnId="{F22E7E3C-6C99-481C-BC87-2D3CC0C664D0}">
      <dgm:prSet/>
      <dgm:spPr/>
      <dgm:t>
        <a:bodyPr/>
        <a:lstStyle/>
        <a:p>
          <a:endParaRPr lang="en-US"/>
        </a:p>
      </dgm:t>
    </dgm:pt>
    <dgm:pt modelId="{BD0D0A61-E162-44E2-8AB0-4668851998B1}">
      <dgm:prSet/>
      <dgm:spPr/>
      <dgm:t>
        <a:bodyPr/>
        <a:lstStyle/>
        <a:p>
          <a:r>
            <a:rPr lang="ru-RU"/>
            <a:t>✅ Docker + запуск в одну команду</a:t>
          </a:r>
          <a:endParaRPr lang="en-US"/>
        </a:p>
      </dgm:t>
    </dgm:pt>
    <dgm:pt modelId="{0FCEA238-0139-4769-90EC-23801F11FA84}" type="parTrans" cxnId="{B383A332-2E7C-4DD2-98AA-A63AC7F3AFBB}">
      <dgm:prSet/>
      <dgm:spPr/>
      <dgm:t>
        <a:bodyPr/>
        <a:lstStyle/>
        <a:p>
          <a:endParaRPr lang="en-US"/>
        </a:p>
      </dgm:t>
    </dgm:pt>
    <dgm:pt modelId="{22FD16BD-8482-4A49-A59C-CF2CC4311473}" type="sibTrans" cxnId="{B383A332-2E7C-4DD2-98AA-A63AC7F3AFBB}">
      <dgm:prSet/>
      <dgm:spPr/>
      <dgm:t>
        <a:bodyPr/>
        <a:lstStyle/>
        <a:p>
          <a:endParaRPr lang="en-US"/>
        </a:p>
      </dgm:t>
    </dgm:pt>
    <dgm:pt modelId="{06E285BA-FE31-4F8D-BCA2-15EA186EC1FC}">
      <dgm:prSet/>
      <dgm:spPr/>
      <dgm:t>
        <a:bodyPr/>
        <a:lstStyle/>
        <a:p>
          <a:r>
            <a:rPr lang="ru-RU"/>
            <a:t>✅ REST API + документация</a:t>
          </a:r>
          <a:endParaRPr lang="en-US"/>
        </a:p>
      </dgm:t>
    </dgm:pt>
    <dgm:pt modelId="{1EB983BF-E7ED-44B4-BF82-D74A6E429720}" type="parTrans" cxnId="{5539BF94-B2DC-4A36-8CE5-5A3F5D41B32B}">
      <dgm:prSet/>
      <dgm:spPr/>
      <dgm:t>
        <a:bodyPr/>
        <a:lstStyle/>
        <a:p>
          <a:endParaRPr lang="en-US"/>
        </a:p>
      </dgm:t>
    </dgm:pt>
    <dgm:pt modelId="{D4A57AF3-6E25-42EC-88B4-772C5C1FDD56}" type="sibTrans" cxnId="{5539BF94-B2DC-4A36-8CE5-5A3F5D41B32B}">
      <dgm:prSet/>
      <dgm:spPr/>
      <dgm:t>
        <a:bodyPr/>
        <a:lstStyle/>
        <a:p>
          <a:endParaRPr lang="en-US"/>
        </a:p>
      </dgm:t>
    </dgm:pt>
    <dgm:pt modelId="{970B1FA9-A2E2-49FD-AFF8-E1B8B785712E}">
      <dgm:prSet/>
      <dgm:spPr/>
      <dgm:t>
        <a:bodyPr/>
        <a:lstStyle/>
        <a:p>
          <a:r>
            <a:rPr lang="ru-RU"/>
            <a:t>✅ Инструкция по интеграции в README.md</a:t>
          </a:r>
          <a:endParaRPr lang="en-US"/>
        </a:p>
      </dgm:t>
    </dgm:pt>
    <dgm:pt modelId="{8BF3EBCE-15F2-4B2F-88E0-7E67ABBFF1C9}" type="parTrans" cxnId="{74FECAFE-7AC5-4CCE-A7D7-CF88A2A3532D}">
      <dgm:prSet/>
      <dgm:spPr/>
      <dgm:t>
        <a:bodyPr/>
        <a:lstStyle/>
        <a:p>
          <a:endParaRPr lang="en-US"/>
        </a:p>
      </dgm:t>
    </dgm:pt>
    <dgm:pt modelId="{32E69691-C08D-40AC-BCD8-34EB1BB07BAB}" type="sibTrans" cxnId="{74FECAFE-7AC5-4CCE-A7D7-CF88A2A3532D}">
      <dgm:prSet/>
      <dgm:spPr/>
      <dgm:t>
        <a:bodyPr/>
        <a:lstStyle/>
        <a:p>
          <a:endParaRPr lang="en-US"/>
        </a:p>
      </dgm:t>
    </dgm:pt>
    <dgm:pt modelId="{B14C958A-1640-4DD9-B8A6-BF3192B93B14}" type="pres">
      <dgm:prSet presAssocID="{D2421016-CE5A-4B15-9DF4-E8EEB6CC8759}" presName="linear" presStyleCnt="0">
        <dgm:presLayoutVars>
          <dgm:animLvl val="lvl"/>
          <dgm:resizeHandles val="exact"/>
        </dgm:presLayoutVars>
      </dgm:prSet>
      <dgm:spPr/>
    </dgm:pt>
    <dgm:pt modelId="{3F3A219C-A2E0-47A6-8E5A-61E9010D95A4}" type="pres">
      <dgm:prSet presAssocID="{43444E3F-2A37-47AC-8220-1DD97939BC6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3CBBF02-6620-4F1D-8B8A-127DC810A2B5}" type="pres">
      <dgm:prSet presAssocID="{B336B893-48F0-49C0-A372-BFF0F5F502AF}" presName="spacer" presStyleCnt="0"/>
      <dgm:spPr/>
    </dgm:pt>
    <dgm:pt modelId="{62DF3F0B-3EBA-49C4-B242-ACB8D0788F2C}" type="pres">
      <dgm:prSet presAssocID="{AC8B7DEF-E669-4EBF-BC8C-BC24CC72468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2AEA4FB-E2B7-4243-BB13-7F319EF7C028}" type="pres">
      <dgm:prSet presAssocID="{30DC7C02-37C5-4854-9DD4-D38039B35BFB}" presName="spacer" presStyleCnt="0"/>
      <dgm:spPr/>
    </dgm:pt>
    <dgm:pt modelId="{FF3B4FB8-771A-4925-BAA7-662C405DD712}" type="pres">
      <dgm:prSet presAssocID="{2998B157-024A-4C27-80D9-63539AE56E4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2383C0B-55ED-4D2C-8F37-72C43EE0D8BC}" type="pres">
      <dgm:prSet presAssocID="{C8EEFE8E-6B5A-46E5-9A64-3EFB021FB4EA}" presName="spacer" presStyleCnt="0"/>
      <dgm:spPr/>
    </dgm:pt>
    <dgm:pt modelId="{1FEA056C-C605-4AAF-BD46-8FBA50F10F40}" type="pres">
      <dgm:prSet presAssocID="{84461170-06DB-4B16-B695-A4D5827AE7C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3B8C41A-DAD3-46FA-AD70-FC7B5B75CF5B}" type="pres">
      <dgm:prSet presAssocID="{AE7C8C43-71AF-4AE5-B7BA-E9AAC8F80AB7}" presName="spacer" presStyleCnt="0"/>
      <dgm:spPr/>
    </dgm:pt>
    <dgm:pt modelId="{6E91BB8E-803D-424C-908C-C71B48E160EE}" type="pres">
      <dgm:prSet presAssocID="{BD0D0A61-E162-44E2-8AB0-4668851998B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5276E7D-0E91-430A-9E10-9B37E17D2926}" type="pres">
      <dgm:prSet presAssocID="{22FD16BD-8482-4A49-A59C-CF2CC4311473}" presName="spacer" presStyleCnt="0"/>
      <dgm:spPr/>
    </dgm:pt>
    <dgm:pt modelId="{6612E0C7-43C6-402E-B3BD-C5085B1B1393}" type="pres">
      <dgm:prSet presAssocID="{06E285BA-FE31-4F8D-BCA2-15EA186EC1FC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FAAE4C1-F444-46D5-96C2-59E116F6342C}" type="pres">
      <dgm:prSet presAssocID="{D4A57AF3-6E25-42EC-88B4-772C5C1FDD56}" presName="spacer" presStyleCnt="0"/>
      <dgm:spPr/>
    </dgm:pt>
    <dgm:pt modelId="{200E55F6-4A44-4D4F-874B-71ABEBB8A8BB}" type="pres">
      <dgm:prSet presAssocID="{970B1FA9-A2E2-49FD-AFF8-E1B8B785712E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383A332-2E7C-4DD2-98AA-A63AC7F3AFBB}" srcId="{D2421016-CE5A-4B15-9DF4-E8EEB6CC8759}" destId="{BD0D0A61-E162-44E2-8AB0-4668851998B1}" srcOrd="4" destOrd="0" parTransId="{0FCEA238-0139-4769-90EC-23801F11FA84}" sibTransId="{22FD16BD-8482-4A49-A59C-CF2CC4311473}"/>
    <dgm:cxn modelId="{F22E7E3C-6C99-481C-BC87-2D3CC0C664D0}" srcId="{D2421016-CE5A-4B15-9DF4-E8EEB6CC8759}" destId="{84461170-06DB-4B16-B695-A4D5827AE7CC}" srcOrd="3" destOrd="0" parTransId="{686379C6-F9C7-4DCE-B49A-008043AF70C3}" sibTransId="{AE7C8C43-71AF-4AE5-B7BA-E9AAC8F80AB7}"/>
    <dgm:cxn modelId="{D8D25964-8FFE-4AB2-A597-71AC25A70245}" srcId="{D2421016-CE5A-4B15-9DF4-E8EEB6CC8759}" destId="{AC8B7DEF-E669-4EBF-BC8C-BC24CC724688}" srcOrd="1" destOrd="0" parTransId="{AEE4A5AA-A8FA-4712-B9B9-7CAAB0ED0537}" sibTransId="{30DC7C02-37C5-4854-9DD4-D38039B35BFB}"/>
    <dgm:cxn modelId="{E9749446-F109-4FBF-9ACB-B59E59DD5F4E}" type="presOf" srcId="{43444E3F-2A37-47AC-8220-1DD97939BC6B}" destId="{3F3A219C-A2E0-47A6-8E5A-61E9010D95A4}" srcOrd="0" destOrd="0" presId="urn:microsoft.com/office/officeart/2005/8/layout/vList2"/>
    <dgm:cxn modelId="{7E77BC4A-9DF3-4559-950D-98947FFAC9EF}" type="presOf" srcId="{970B1FA9-A2E2-49FD-AFF8-E1B8B785712E}" destId="{200E55F6-4A44-4D4F-874B-71ABEBB8A8BB}" srcOrd="0" destOrd="0" presId="urn:microsoft.com/office/officeart/2005/8/layout/vList2"/>
    <dgm:cxn modelId="{381A5A57-2ECD-4D75-ABF8-8B2E77FC1C8C}" type="presOf" srcId="{BD0D0A61-E162-44E2-8AB0-4668851998B1}" destId="{6E91BB8E-803D-424C-908C-C71B48E160EE}" srcOrd="0" destOrd="0" presId="urn:microsoft.com/office/officeart/2005/8/layout/vList2"/>
    <dgm:cxn modelId="{C4464D7E-B47D-4018-BFBA-4C68D1D5F697}" srcId="{D2421016-CE5A-4B15-9DF4-E8EEB6CC8759}" destId="{43444E3F-2A37-47AC-8220-1DD97939BC6B}" srcOrd="0" destOrd="0" parTransId="{B9746DDE-5E85-4DCF-848F-A9A3925147B3}" sibTransId="{B336B893-48F0-49C0-A372-BFF0F5F502AF}"/>
    <dgm:cxn modelId="{5539BF94-B2DC-4A36-8CE5-5A3F5D41B32B}" srcId="{D2421016-CE5A-4B15-9DF4-E8EEB6CC8759}" destId="{06E285BA-FE31-4F8D-BCA2-15EA186EC1FC}" srcOrd="5" destOrd="0" parTransId="{1EB983BF-E7ED-44B4-BF82-D74A6E429720}" sibTransId="{D4A57AF3-6E25-42EC-88B4-772C5C1FDD56}"/>
    <dgm:cxn modelId="{E48F109F-50D5-4B6F-AC3D-08DA297DFA99}" type="presOf" srcId="{84461170-06DB-4B16-B695-A4D5827AE7CC}" destId="{1FEA056C-C605-4AAF-BD46-8FBA50F10F40}" srcOrd="0" destOrd="0" presId="urn:microsoft.com/office/officeart/2005/8/layout/vList2"/>
    <dgm:cxn modelId="{5302FCC4-C613-4C8F-B21B-49C0ABADA8FD}" type="presOf" srcId="{06E285BA-FE31-4F8D-BCA2-15EA186EC1FC}" destId="{6612E0C7-43C6-402E-B3BD-C5085B1B1393}" srcOrd="0" destOrd="0" presId="urn:microsoft.com/office/officeart/2005/8/layout/vList2"/>
    <dgm:cxn modelId="{120D9CCA-DDB5-4530-BE2A-1CE061F8B0C4}" type="presOf" srcId="{AC8B7DEF-E669-4EBF-BC8C-BC24CC724688}" destId="{62DF3F0B-3EBA-49C4-B242-ACB8D0788F2C}" srcOrd="0" destOrd="0" presId="urn:microsoft.com/office/officeart/2005/8/layout/vList2"/>
    <dgm:cxn modelId="{A513D4E7-279B-4390-B37B-0A7ECBDF6CCF}" srcId="{D2421016-CE5A-4B15-9DF4-E8EEB6CC8759}" destId="{2998B157-024A-4C27-80D9-63539AE56E4A}" srcOrd="2" destOrd="0" parTransId="{1A032831-5D4A-4F17-ABDB-4590ADC364A3}" sibTransId="{C8EEFE8E-6B5A-46E5-9A64-3EFB021FB4EA}"/>
    <dgm:cxn modelId="{FDB9CDEB-A201-4FEF-B36B-D83D92A79D61}" type="presOf" srcId="{2998B157-024A-4C27-80D9-63539AE56E4A}" destId="{FF3B4FB8-771A-4925-BAA7-662C405DD712}" srcOrd="0" destOrd="0" presId="urn:microsoft.com/office/officeart/2005/8/layout/vList2"/>
    <dgm:cxn modelId="{99C376F1-D165-45BC-99E4-0DD754ECCA75}" type="presOf" srcId="{D2421016-CE5A-4B15-9DF4-E8EEB6CC8759}" destId="{B14C958A-1640-4DD9-B8A6-BF3192B93B14}" srcOrd="0" destOrd="0" presId="urn:microsoft.com/office/officeart/2005/8/layout/vList2"/>
    <dgm:cxn modelId="{74FECAFE-7AC5-4CCE-A7D7-CF88A2A3532D}" srcId="{D2421016-CE5A-4B15-9DF4-E8EEB6CC8759}" destId="{970B1FA9-A2E2-49FD-AFF8-E1B8B785712E}" srcOrd="6" destOrd="0" parTransId="{8BF3EBCE-15F2-4B2F-88E0-7E67ABBFF1C9}" sibTransId="{32E69691-C08D-40AC-BCD8-34EB1BB07BAB}"/>
    <dgm:cxn modelId="{1E761D0A-EC8A-4054-BBA0-2BAB8258FDF9}" type="presParOf" srcId="{B14C958A-1640-4DD9-B8A6-BF3192B93B14}" destId="{3F3A219C-A2E0-47A6-8E5A-61E9010D95A4}" srcOrd="0" destOrd="0" presId="urn:microsoft.com/office/officeart/2005/8/layout/vList2"/>
    <dgm:cxn modelId="{B4EFB775-2CB2-4167-ACBD-75ED0999E81A}" type="presParOf" srcId="{B14C958A-1640-4DD9-B8A6-BF3192B93B14}" destId="{A3CBBF02-6620-4F1D-8B8A-127DC810A2B5}" srcOrd="1" destOrd="0" presId="urn:microsoft.com/office/officeart/2005/8/layout/vList2"/>
    <dgm:cxn modelId="{F38F7808-C738-4712-9CE2-F8618821C988}" type="presParOf" srcId="{B14C958A-1640-4DD9-B8A6-BF3192B93B14}" destId="{62DF3F0B-3EBA-49C4-B242-ACB8D0788F2C}" srcOrd="2" destOrd="0" presId="urn:microsoft.com/office/officeart/2005/8/layout/vList2"/>
    <dgm:cxn modelId="{9BD8CF04-BEFF-4334-B418-DEA70B8A8C6C}" type="presParOf" srcId="{B14C958A-1640-4DD9-B8A6-BF3192B93B14}" destId="{A2AEA4FB-E2B7-4243-BB13-7F319EF7C028}" srcOrd="3" destOrd="0" presId="urn:microsoft.com/office/officeart/2005/8/layout/vList2"/>
    <dgm:cxn modelId="{B45F1C96-6075-45E5-953B-60E24D29D7F3}" type="presParOf" srcId="{B14C958A-1640-4DD9-B8A6-BF3192B93B14}" destId="{FF3B4FB8-771A-4925-BAA7-662C405DD712}" srcOrd="4" destOrd="0" presId="urn:microsoft.com/office/officeart/2005/8/layout/vList2"/>
    <dgm:cxn modelId="{BB19590B-3F15-4530-BA4F-538D0A7BDFDD}" type="presParOf" srcId="{B14C958A-1640-4DD9-B8A6-BF3192B93B14}" destId="{72383C0B-55ED-4D2C-8F37-72C43EE0D8BC}" srcOrd="5" destOrd="0" presId="urn:microsoft.com/office/officeart/2005/8/layout/vList2"/>
    <dgm:cxn modelId="{B58563F4-6266-4109-A985-E4FED6DFDD60}" type="presParOf" srcId="{B14C958A-1640-4DD9-B8A6-BF3192B93B14}" destId="{1FEA056C-C605-4AAF-BD46-8FBA50F10F40}" srcOrd="6" destOrd="0" presId="urn:microsoft.com/office/officeart/2005/8/layout/vList2"/>
    <dgm:cxn modelId="{91B3676A-F3D9-4C1D-B920-70DF899C6189}" type="presParOf" srcId="{B14C958A-1640-4DD9-B8A6-BF3192B93B14}" destId="{83B8C41A-DAD3-46FA-AD70-FC7B5B75CF5B}" srcOrd="7" destOrd="0" presId="urn:microsoft.com/office/officeart/2005/8/layout/vList2"/>
    <dgm:cxn modelId="{E108F0A8-C9C4-4640-B53E-0E9391D7DA20}" type="presParOf" srcId="{B14C958A-1640-4DD9-B8A6-BF3192B93B14}" destId="{6E91BB8E-803D-424C-908C-C71B48E160EE}" srcOrd="8" destOrd="0" presId="urn:microsoft.com/office/officeart/2005/8/layout/vList2"/>
    <dgm:cxn modelId="{A2B930AF-B711-4FDE-AF5F-11FE93F4B598}" type="presParOf" srcId="{B14C958A-1640-4DD9-B8A6-BF3192B93B14}" destId="{C5276E7D-0E91-430A-9E10-9B37E17D2926}" srcOrd="9" destOrd="0" presId="urn:microsoft.com/office/officeart/2005/8/layout/vList2"/>
    <dgm:cxn modelId="{7741A497-F58D-4E2B-9A6A-D79197CD2664}" type="presParOf" srcId="{B14C958A-1640-4DD9-B8A6-BF3192B93B14}" destId="{6612E0C7-43C6-402E-B3BD-C5085B1B1393}" srcOrd="10" destOrd="0" presId="urn:microsoft.com/office/officeart/2005/8/layout/vList2"/>
    <dgm:cxn modelId="{314F10ED-5B1B-4378-839C-B05AEE18353C}" type="presParOf" srcId="{B14C958A-1640-4DD9-B8A6-BF3192B93B14}" destId="{8FAAE4C1-F444-46D5-96C2-59E116F6342C}" srcOrd="11" destOrd="0" presId="urn:microsoft.com/office/officeart/2005/8/layout/vList2"/>
    <dgm:cxn modelId="{A2ECD3D3-6D61-464B-ABBC-A816143CB7A2}" type="presParOf" srcId="{B14C958A-1640-4DD9-B8A6-BF3192B93B14}" destId="{200E55F6-4A44-4D4F-874B-71ABEBB8A8B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A219C-A2E0-47A6-8E5A-61E9010D95A4}">
      <dsp:nvSpPr>
        <dsp:cNvPr id="0" name=""/>
        <dsp:cNvSpPr/>
      </dsp:nvSpPr>
      <dsp:spPr>
        <a:xfrm>
          <a:off x="0" y="94981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ВСЕ ТРЕБОВАНИЯ ВЫПОЛНЕНЫ</a:t>
          </a:r>
          <a:endParaRPr lang="en-US" sz="1800" kern="1200"/>
        </a:p>
      </dsp:txBody>
      <dsp:txXfrm>
        <a:off x="22617" y="972436"/>
        <a:ext cx="6621599" cy="418086"/>
      </dsp:txXfrm>
    </dsp:sp>
    <dsp:sp modelId="{62DF3F0B-3EBA-49C4-B242-ACB8D0788F2C}">
      <dsp:nvSpPr>
        <dsp:cNvPr id="0" name=""/>
        <dsp:cNvSpPr/>
      </dsp:nvSpPr>
      <dsp:spPr>
        <a:xfrm>
          <a:off x="0" y="146497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Карточки "Команда" (аватар, ФИО, должность, описание)</a:t>
          </a:r>
          <a:endParaRPr lang="en-US" sz="1800" kern="1200"/>
        </a:p>
      </dsp:txBody>
      <dsp:txXfrm>
        <a:off x="22617" y="1487596"/>
        <a:ext cx="6621599" cy="418086"/>
      </dsp:txXfrm>
    </dsp:sp>
    <dsp:sp modelId="{FF3B4FB8-771A-4925-BAA7-662C405DD712}">
      <dsp:nvSpPr>
        <dsp:cNvPr id="0" name=""/>
        <dsp:cNvSpPr/>
      </dsp:nvSpPr>
      <dsp:spPr>
        <a:xfrm>
          <a:off x="0" y="198013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Цветовая тема (изменение ключевых цветов)</a:t>
          </a:r>
          <a:endParaRPr lang="en-US" sz="1800" kern="1200"/>
        </a:p>
      </dsp:txBody>
      <dsp:txXfrm>
        <a:off x="22617" y="2002756"/>
        <a:ext cx="6621599" cy="418086"/>
      </dsp:txXfrm>
    </dsp:sp>
    <dsp:sp modelId="{1FEA056C-C605-4AAF-BD46-8FBA50F10F40}">
      <dsp:nvSpPr>
        <dsp:cNvPr id="0" name=""/>
        <dsp:cNvSpPr/>
      </dsp:nvSpPr>
      <dsp:spPr>
        <a:xfrm>
          <a:off x="0" y="249529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Внешние ссылки (a href и button)</a:t>
          </a:r>
          <a:endParaRPr lang="en-US" sz="1800" kern="1200"/>
        </a:p>
      </dsp:txBody>
      <dsp:txXfrm>
        <a:off x="22617" y="2517916"/>
        <a:ext cx="6621599" cy="418086"/>
      </dsp:txXfrm>
    </dsp:sp>
    <dsp:sp modelId="{6E91BB8E-803D-424C-908C-C71B48E160EE}">
      <dsp:nvSpPr>
        <dsp:cNvPr id="0" name=""/>
        <dsp:cNvSpPr/>
      </dsp:nvSpPr>
      <dsp:spPr>
        <a:xfrm>
          <a:off x="0" y="301045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Docker + запуск в одну команду</a:t>
          </a:r>
          <a:endParaRPr lang="en-US" sz="1800" kern="1200"/>
        </a:p>
      </dsp:txBody>
      <dsp:txXfrm>
        <a:off x="22617" y="3033076"/>
        <a:ext cx="6621599" cy="418086"/>
      </dsp:txXfrm>
    </dsp:sp>
    <dsp:sp modelId="{6612E0C7-43C6-402E-B3BD-C5085B1B1393}">
      <dsp:nvSpPr>
        <dsp:cNvPr id="0" name=""/>
        <dsp:cNvSpPr/>
      </dsp:nvSpPr>
      <dsp:spPr>
        <a:xfrm>
          <a:off x="0" y="352561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REST API + документация</a:t>
          </a:r>
          <a:endParaRPr lang="en-US" sz="1800" kern="1200"/>
        </a:p>
      </dsp:txBody>
      <dsp:txXfrm>
        <a:off x="22617" y="3548236"/>
        <a:ext cx="6621599" cy="418086"/>
      </dsp:txXfrm>
    </dsp:sp>
    <dsp:sp modelId="{200E55F6-4A44-4D4F-874B-71ABEBB8A8BB}">
      <dsp:nvSpPr>
        <dsp:cNvPr id="0" name=""/>
        <dsp:cNvSpPr/>
      </dsp:nvSpPr>
      <dsp:spPr>
        <a:xfrm>
          <a:off x="0" y="404077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Инструкция по интеграции в README.md</a:t>
          </a:r>
          <a:endParaRPr lang="en-US" sz="1800" kern="1200"/>
        </a:p>
      </dsp:txBody>
      <dsp:txXfrm>
        <a:off x="22617" y="4063396"/>
        <a:ext cx="6621599" cy="418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admin" TargetMode="External"/><Relationship Id="rId2" Type="http://schemas.openxmlformats.org/officeDocument/2006/relationships/hyperlink" Target="http://localhost:800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8000/demo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AGENCY CMS</a:t>
            </a:r>
            <a:endParaRPr lang="ru-RU"/>
          </a:p>
          <a:p>
            <a:pPr algn="r"/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Система управления сайтом агентства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Выполнил</a:t>
            </a:r>
            <a:r>
              <a:rPr lang="en-US" sz="2000" b="1" dirty="0"/>
              <a:t>: </a:t>
            </a:r>
            <a:r>
              <a:rPr lang="en-US" sz="2000" b="1" dirty="0" err="1"/>
              <a:t>Скарбов</a:t>
            </a:r>
            <a:r>
              <a:rPr lang="en-US" sz="2000" b="1" dirty="0"/>
              <a:t> </a:t>
            </a:r>
            <a:r>
              <a:rPr lang="en-US" sz="2000" b="1" dirty="0" err="1"/>
              <a:t>Олег</a:t>
            </a:r>
            <a:br>
              <a:rPr lang="en-US" sz="2000" b="1"/>
            </a:br>
            <a:r>
              <a:rPr lang="en-US" sz="2000" b="1" dirty="0" err="1"/>
              <a:t>Группа</a:t>
            </a:r>
            <a:r>
              <a:rPr lang="en-US" sz="2000" b="1" dirty="0"/>
              <a:t>: 9/2-РПО-24/3</a:t>
            </a:r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Преподаватель</a:t>
            </a:r>
            <a:r>
              <a:rPr lang="en-US" sz="2000" b="1" dirty="0"/>
              <a:t>: </a:t>
            </a:r>
            <a:r>
              <a:rPr lang="en-US" sz="2000" b="1" dirty="0" err="1"/>
              <a:t>Данила</a:t>
            </a:r>
            <a:r>
              <a:rPr lang="en-US" sz="2000" b="1" dirty="0"/>
              <a:t> </a:t>
            </a:r>
            <a:r>
              <a:rPr lang="en-US" sz="2000" b="1" dirty="0" err="1"/>
              <a:t>Алексеевич</a:t>
            </a:r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D7543-6A44-3CC7-61B9-12C74C09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Архитектура </a:t>
            </a:r>
          </a:p>
        </p:txBody>
      </p:sp>
      <p:pic>
        <p:nvPicPr>
          <p:cNvPr id="4" name="Рисунок 3" descr="Изображение выглядит как текст, диаграмма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C42E0A-590B-0A57-8365-19C69888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028533"/>
            <a:ext cx="7225748" cy="48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9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92918-C531-8366-BE47-74331439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Технологии</a:t>
            </a:r>
          </a:p>
        </p:txBody>
      </p:sp>
      <p:pic>
        <p:nvPicPr>
          <p:cNvPr id="4" name="Рисунок 3" descr="Изображение выглядит как текст, диаграмма, План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733B8B-F5B1-C36F-283A-33B7DD40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391" y="467208"/>
            <a:ext cx="5443822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B4E7E-2865-C174-0568-45971DBB9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Трудности и решения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E8F4785-48FC-FDD0-5022-981EAD97B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85992"/>
              </p:ext>
            </p:extLst>
          </p:nvPr>
        </p:nvGraphicFramePr>
        <p:xfrm>
          <a:off x="4502428" y="619432"/>
          <a:ext cx="7225749" cy="56191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78319">
                  <a:extLst>
                    <a:ext uri="{9D8B030D-6E8A-4147-A177-3AD203B41FA5}">
                      <a16:colId xmlns:a16="http://schemas.microsoft.com/office/drawing/2014/main" val="1868078691"/>
                    </a:ext>
                  </a:extLst>
                </a:gridCol>
                <a:gridCol w="3547430">
                  <a:extLst>
                    <a:ext uri="{9D8B030D-6E8A-4147-A177-3AD203B41FA5}">
                      <a16:colId xmlns:a16="http://schemas.microsoft.com/office/drawing/2014/main" val="1162378209"/>
                    </a:ext>
                  </a:extLst>
                </a:gridCol>
              </a:tblGrid>
              <a:tr h="518394">
                <a:tc>
                  <a:txBody>
                    <a:bodyPr/>
                    <a:lstStyle/>
                    <a:p>
                      <a:r>
                        <a:rPr lang="ru-RU" sz="2400"/>
                        <a:t>Трудность</a:t>
                      </a: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Решение</a:t>
                      </a: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3669609216"/>
                  </a:ext>
                </a:extLst>
              </a:tr>
              <a:tr h="1235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Docker не работал с русскими буквами в пути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Перенёс проект в C:\agency-cms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1949910427"/>
                  </a:ext>
                </a:extLst>
              </a:tr>
              <a:tr h="8767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Ошибка EISDIR (читал папку как файл)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Удалил папку db.json, создал файл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3422189263"/>
                  </a:ext>
                </a:extLst>
              </a:tr>
              <a:tr h="8767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Аватары не отображались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Настроил раздачу статических файлов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4090628602"/>
                  </a:ext>
                </a:extLst>
              </a:tr>
              <a:tr h="8767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Интеграция с разными фреймворками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Создал независимый embed.js модуль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1092396572"/>
                  </a:ext>
                </a:extLst>
              </a:tr>
              <a:tr h="1235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Docker Compose не находил конфигурацию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Пересоздал файл в UTF-8 без BOM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1790023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454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10E8D-01DF-86D1-73E8-E6269466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ea typeface="+mj-lt"/>
                <a:cs typeface="+mj-lt"/>
              </a:rPr>
              <a:t>Запуск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368696-EA42-3869-680E-04636403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ru-RU" sz="2000">
              <a:highlight>
                <a:srgbClr val="2C2C2E"/>
              </a:highlight>
              <a:latin typeface="Aptos"/>
            </a:endParaRPr>
          </a:p>
          <a:p>
            <a:pPr marL="0" indent="0">
              <a:buNone/>
            </a:pPr>
            <a:r>
              <a:rPr lang="ru-RU" sz="2000" b="1">
                <a:latin typeface="+mj-lt"/>
                <a:ea typeface="+mj-lt"/>
                <a:cs typeface="+mj-lt"/>
              </a:rPr>
              <a:t>Запуск</a:t>
            </a:r>
          </a:p>
          <a:p>
            <a:pPr marL="0" indent="0">
              <a:buNone/>
            </a:pPr>
            <a:r>
              <a:rPr lang="ru-RU" sz="2000" b="1">
                <a:latin typeface="+mj-lt"/>
                <a:ea typeface="+mj-lt"/>
                <a:cs typeface="+mj-lt"/>
              </a:rPr>
              <a:t>docker-compose up --build</a:t>
            </a:r>
            <a:endParaRPr lang="ru-RU" sz="2000"/>
          </a:p>
          <a:p>
            <a:pPr marL="0" indent="0">
              <a:buNone/>
            </a:pPr>
            <a:r>
              <a:rPr lang="ru-RU" sz="2000" b="1">
                <a:latin typeface="+mj-lt"/>
                <a:ea typeface="+mj-lt"/>
                <a:cs typeface="+mj-lt"/>
              </a:rPr>
              <a:t>После запуска:</a:t>
            </a:r>
          </a:p>
          <a:p>
            <a:pPr marL="0" indent="0">
              <a:buNone/>
            </a:pPr>
            <a:r>
              <a:rPr lang="ru-RU" sz="2000" b="1">
                <a:latin typeface="+mj-lt"/>
                <a:ea typeface="+mj-lt"/>
                <a:cs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</a:t>
            </a:r>
            <a:r>
              <a:rPr lang="ru-RU" sz="2000" b="1">
                <a:latin typeface="+mj-lt"/>
                <a:ea typeface="+mj-lt"/>
                <a:cs typeface="+mj-lt"/>
              </a:rPr>
              <a:t>        → Портал
</a:t>
            </a:r>
            <a:r>
              <a:rPr lang="ru-RU" sz="2000" b="1">
                <a:latin typeface="+mj-lt"/>
                <a:ea typeface="+mj-lt"/>
                <a:cs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http://localhost:8000/admin</a:t>
            </a:r>
            <a:r>
              <a:rPr lang="ru-RU" sz="2000" b="1">
                <a:latin typeface="+mj-lt"/>
                <a:ea typeface="+mj-lt"/>
                <a:cs typeface="+mj-lt"/>
              </a:rPr>
              <a:t>  → Админ-панель
</a:t>
            </a:r>
            <a:r>
              <a:rPr lang="ru-RU" sz="2000" b="1">
                <a:latin typeface="+mj-lt"/>
                <a:ea typeface="+mj-lt"/>
                <a:cs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http://localhost:8000/demo</a:t>
            </a:r>
            <a:r>
              <a:rPr lang="ru-RU" sz="2000" b="1">
                <a:latin typeface="+mj-lt"/>
                <a:ea typeface="+mj-lt"/>
                <a:cs typeface="+mj-lt"/>
              </a:rPr>
              <a:t>   → Демо-сайт</a:t>
            </a:r>
          </a:p>
          <a:p>
            <a:endParaRPr lang="ru-RU" sz="2000" b="1">
              <a:highlight>
                <a:srgbClr val="151517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839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2AB8C-691C-4DC9-2E06-E2B9B83F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ea typeface="+mj-lt"/>
                <a:cs typeface="+mj-lt"/>
              </a:rPr>
              <a:t>Интеграция на любой сайт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A5716E-BDF7-D0B1-79A4-8B654E1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&lt;!-- 1. Подключить скрипт --&gt;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&lt;script src="https://ваш-сервер/embed.js"&gt;&lt;/script&gt;</a:t>
            </a:r>
            <a:endParaRPr lang="ru-RU" sz="2000"/>
          </a:p>
          <a:p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&lt;!-- 2. Добавить контейнеры --&gt;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&lt;div id="team-container"&gt;&lt;/div&gt;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&lt;div id="links-container"&gt;&lt;/div&gt;</a:t>
            </a:r>
            <a:endParaRPr lang="ru-RU" sz="2000"/>
          </a:p>
          <a:p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&lt;!-- 3. Инициализировать --&gt;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&lt;script&gt;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    AgencyCMS.loadTeam('#team-container');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    AgencyCMS.applyTheme();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    AgencyCMS.loadLinks('#links-container');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&lt;/script&gt;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7681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9E5A4-6B86-D3EE-607B-D73ED036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ea typeface="+mj-lt"/>
                <a:cs typeface="+mj-lt"/>
              </a:rPr>
              <a:t>Результаты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701A5CC3-0838-0AB6-654E-F2FE2C551A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5610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012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Рисунок 5" descr="Изображение выглядит как текст, снимок экрана, сфера, в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AA42E2-9C17-98D4-0C94-8E63869323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12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AGENCY CMS Система управления сайтом агентства</vt:lpstr>
      <vt:lpstr>Архитектура </vt:lpstr>
      <vt:lpstr>Технологии</vt:lpstr>
      <vt:lpstr>Трудности и решения</vt:lpstr>
      <vt:lpstr>Запуск проекта</vt:lpstr>
      <vt:lpstr>Интеграция на любой сайт</vt:lpstr>
      <vt:lpstr>Результаты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159</cp:revision>
  <dcterms:created xsi:type="dcterms:W3CDTF">2026-06-04T17:02:35Z</dcterms:created>
  <dcterms:modified xsi:type="dcterms:W3CDTF">2026-06-05T04:55:37Z</dcterms:modified>
</cp:coreProperties>
</file>